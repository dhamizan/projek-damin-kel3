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20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EFD-720A-4F7F-BAF4-33DB52A72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59245"/>
            <a:ext cx="9144000" cy="926561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7B4C-D14A-42B0-BCEC-C179425E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7882"/>
            <a:ext cx="9144000" cy="115639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9EE-A783-42F9-9537-614A1DC1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63182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A7D63-81E6-41DA-98F9-CBE405F47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182" y="1098956"/>
            <a:ext cx="4743636" cy="1854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476C2-C870-41F0-AF0D-52E0C1133592}"/>
              </a:ext>
            </a:extLst>
          </p:cNvPr>
          <p:cNvSpPr txBox="1"/>
          <p:nvPr userDrawn="1"/>
        </p:nvSpPr>
        <p:spPr>
          <a:xfrm>
            <a:off x="8084598" y="6314043"/>
            <a:ext cx="258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TPL 60 </a:t>
            </a:r>
            <a:r>
              <a:rPr lang="en-US">
                <a:solidFill>
                  <a:schemeClr val="bg1"/>
                </a:solidFill>
              </a:rPr>
              <a:t>| Kelas 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8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E51D7-AEC1-48A5-9FA8-CEDBC6D3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511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AEC-7889-42F7-BC34-FB4BD671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E5DB-6E76-4A7B-92C3-ACC38E9A7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2050"/>
            <a:ext cx="5181600" cy="50149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07F3F-7978-499F-9999-86FE21308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2050"/>
            <a:ext cx="5181600" cy="5014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075E3-2077-4E57-82DC-3C350F04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792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26B5-E056-4F75-B3A9-6C5F037A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6A511-6138-4A4C-8B4D-C84625DB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84169-7649-40F3-841E-6D5D354FA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4E183-28BC-4E2F-A2A5-09CE61413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DBE87-8A6E-4E19-8BC6-6493A1BC9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61CDEE-5C65-4C94-B521-394A55C2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39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17E-2969-4815-B697-7C526315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ABC89-4692-4FBE-AE1E-FA710235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266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6760-23AE-41EC-AEE9-36F3F102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612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205-BFE6-4D43-B1FE-C90B922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3E13-0E18-4D7A-9EE0-C981E297A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9375-03A6-4E40-A383-CCE0E45A5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D4732-0A77-4C00-BB76-F607BEAD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596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F8B5-A28C-4BD5-9B40-B796F39E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40693-0055-40EF-8C5F-8F43BCD14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5A272-644E-4134-909A-5023EB322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A88CA-3FCB-4D92-AFE9-9916D39F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52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40C8-DFB2-4201-B153-03CC64A0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7891A-5DEB-48DB-BB81-6EFA661A5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C70B-C482-46A2-990A-FC1308FF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755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68005-AE64-4DCF-B067-608A18B4D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0E203-EF82-4685-99B0-438F00B2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2339-F1E9-48B0-AF44-5B6826C0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00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B232B-C0E8-4059-B706-94F09C81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B77BF-0567-4CD5-BC5F-01CA9F27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8485"/>
            <a:ext cx="10515600" cy="4978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EBE2-4F79-4369-B06C-BB5F7E159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31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34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Dhiyaurrahman Hamizan Haikal Putra</dc:creator>
  <cp:lastModifiedBy>Dhiyaurrahman Hamizan Haikal Putra</cp:lastModifiedBy>
  <cp:revision>14</cp:revision>
  <dcterms:created xsi:type="dcterms:W3CDTF">2025-11-16T13:01:21Z</dcterms:created>
  <dcterms:modified xsi:type="dcterms:W3CDTF">2025-11-16T13:49:03Z</dcterms:modified>
</cp:coreProperties>
</file>